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Predictive Maintenance:</a:t>
            </a:r>
            <a:br/>
            <a:r>
              <a:t>the Decision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Project #3 — the layer between prediction and action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Mukesh Sharma · github.com/designmukesh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Builds on: hydraulic fault classification (#1) + turbofan RUL (#2)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gap this closes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Models answer 'what is the condition?' — planners need 'what do we do Tuesday?'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Most pilots die at the handoff: accurate model, no decision policy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This project engineers the handoff: costs → rule → backtested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Cost model (assumed, labeled)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planned intervention = 1.0 (numeraire)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unplanned failure = k × planned, k ∈ {3, 5, 10} scenarios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inspection = 0.1 · lead time = 1 cycle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Only the ratio k matters for the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decision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Act when E[cost of waiting] &gt; E[cost of acting]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p(fail) × C_u &gt; C_p  ⟺  p &gt; 1/k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p from 3,524 OBSERVED residuals — no assumed Gaussian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Thresholds from economics, not folklore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Backtest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20 validation engines, out-of-sample RUL predictions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Full run-to-failure trajectories — true failure known, bills exact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Three policies: run-to-failure · fixed-interval (N) · predictive (T)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Sweep T 0–60; sensitivity over k = 3 /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Results (k=5, illustrative)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Run-to-failure: 5.0/engine, 20/20 unplanned failures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Fixed-interval N=25: 1.0/engine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Predictive T*=8: 1.0/engine, 0 unplanned, least wasted life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Ranking holds across all k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Two honest surprises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Cost curve is L-shaped, not U-shaped — wasted life isn't monetized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T* doesn't move with k here: k prices timidity, not the optimum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Selection is lexicographic: min cost, then min wasted life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Flat bottom = threshold error is cheap (good for deployment)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Hydraulic fault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Auditable table: (component, fault state) → operate/monitor/inspect/replace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1,764 held-out predictions: expected action cost 0.295/cycle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1 missed severe state in 380 — the residual risk, stated plainly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Deploying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Policy service: predict → decide → work order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Re-estimate the residual distribution as field data arrives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Monitor two vital signs: slip rate + wasted healthy life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Next step: field pilot with holdout fleet — not a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The method is the deliverable — any planner's costs plug in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14 tests · 2 executed notebooks · interactive Streamlit app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Limitations volunteered: assumed costs, n=20, single failure mode</a:t>
            </a:r>
          </a:p>
          <a:p>
            <a:pPr>
              <a:spcAft>
                <a:spcPts val="800"/>
              </a:spcAft>
              <a:defRPr sz="2200">
                <a:solidFill>
                  <a:srgbClr val="C8CDD4"/>
                </a:solidFill>
              </a:defRPr>
            </a:pPr>
            <a:r>
              <a:t>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